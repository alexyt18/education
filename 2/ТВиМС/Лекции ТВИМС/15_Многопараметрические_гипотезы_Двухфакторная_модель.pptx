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62" r:id="rId6"/>
    <p:sldId id="259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10.05.2023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109DB0-B938-5BBE-83E7-B7A43CB2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r>
              <a:rPr lang="ru-RU" dirty="0"/>
              <a:t>Многопараметрические гипотезы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9B2F0B3-4F00-F003-7761-6549B401B9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Двухфакторная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56306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6BD94F-5DD6-A2CE-B2BE-229641E2D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71549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FFC0AC-3BA4-8BC0-A1C2-2E79E2491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52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45116C-6B53-3350-B82A-9F2DFBC28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6725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A21EE6-081D-67F6-096C-BBBA2B94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640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B991E4-CE81-27A3-997C-95BA4476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581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F23A27-2762-50C0-66E0-FBAC9945A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387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F6928-56A1-46A4-ABEA-92A53A058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30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03193B-C5B9-D093-EA5C-79B2D276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197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8530E9-3400-9F04-8CCB-497FDA14A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464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330348-9515-05CB-BF04-EE7F3226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804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E7F9CE-C8A5-5AE8-D1E9-BA2987F21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5005130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4</Words>
  <Application>Microsoft Office PowerPoint</Application>
  <PresentationFormat>Широкоэкранный</PresentationFormat>
  <Paragraphs>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Многопараметрические гипотезы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6</cp:revision>
  <dcterms:created xsi:type="dcterms:W3CDTF">2020-05-06T22:34:36Z</dcterms:created>
  <dcterms:modified xsi:type="dcterms:W3CDTF">2023-05-09T21:18:50Z</dcterms:modified>
</cp:coreProperties>
</file>