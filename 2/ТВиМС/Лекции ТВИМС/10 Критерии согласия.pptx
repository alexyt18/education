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56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1979-659A-4118-9E05-03BDD228290D}" type="datetimeFigureOut">
              <a:rPr lang="ru-RU" smtClean="0"/>
              <a:t>18.04.2023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D2093-874E-4E83-B09C-7F04B6C789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7331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1979-659A-4118-9E05-03BDD228290D}" type="datetimeFigureOut">
              <a:rPr lang="ru-RU" smtClean="0"/>
              <a:t>18.04.2023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D2093-874E-4E83-B09C-7F04B6C789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8085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1979-659A-4118-9E05-03BDD228290D}" type="datetimeFigureOut">
              <a:rPr lang="ru-RU" smtClean="0"/>
              <a:t>18.04.2023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D2093-874E-4E83-B09C-7F04B6C789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5870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1979-659A-4118-9E05-03BDD228290D}" type="datetimeFigureOut">
              <a:rPr lang="ru-RU" smtClean="0"/>
              <a:t>18.04.2023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D2093-874E-4E83-B09C-7F04B6C789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3535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1979-659A-4118-9E05-03BDD228290D}" type="datetimeFigureOut">
              <a:rPr lang="ru-RU" smtClean="0"/>
              <a:t>18.04.2023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D2093-874E-4E83-B09C-7F04B6C789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9097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1979-659A-4118-9E05-03BDD228290D}" type="datetimeFigureOut">
              <a:rPr lang="ru-RU" smtClean="0"/>
              <a:t>18.04.2023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D2093-874E-4E83-B09C-7F04B6C789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5600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1979-659A-4118-9E05-03BDD228290D}" type="datetimeFigureOut">
              <a:rPr lang="ru-RU" smtClean="0"/>
              <a:t>18.04.2023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D2093-874E-4E83-B09C-7F04B6C789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7800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1979-659A-4118-9E05-03BDD228290D}" type="datetimeFigureOut">
              <a:rPr lang="ru-RU" smtClean="0"/>
              <a:t>18.04.2023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D2093-874E-4E83-B09C-7F04B6C789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0326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1979-659A-4118-9E05-03BDD228290D}" type="datetimeFigureOut">
              <a:rPr lang="ru-RU" smtClean="0"/>
              <a:t>18.04.2023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D2093-874E-4E83-B09C-7F04B6C789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6853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1979-659A-4118-9E05-03BDD228290D}" type="datetimeFigureOut">
              <a:rPr lang="ru-RU" smtClean="0"/>
              <a:t>18.04.2023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D2093-874E-4E83-B09C-7F04B6C789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5834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1979-659A-4118-9E05-03BDD228290D}" type="datetimeFigureOut">
              <a:rPr lang="ru-RU" smtClean="0"/>
              <a:t>18.04.2023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D2093-874E-4E83-B09C-7F04B6C78914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24268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1979-659A-4118-9E05-03BDD228290D}" type="datetimeFigureOut">
              <a:rPr lang="ru-RU" smtClean="0"/>
              <a:t>18.04.2023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D2093-874E-4E83-B09C-7F04B6C789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933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1979-659A-4118-9E05-03BDD228290D}" type="datetimeFigureOut">
              <a:rPr lang="ru-RU" smtClean="0"/>
              <a:t>18.04.2023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D2093-874E-4E83-B09C-7F04B6C78914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327182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1979-659A-4118-9E05-03BDD228290D}" type="datetimeFigureOut">
              <a:rPr lang="ru-RU" smtClean="0"/>
              <a:t>18.04.2023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D2093-874E-4E83-B09C-7F04B6C789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67487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1979-659A-4118-9E05-03BDD228290D}" type="datetimeFigureOut">
              <a:rPr lang="ru-RU" smtClean="0"/>
              <a:t>18.04.2023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D2093-874E-4E83-B09C-7F04B6C789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14244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1979-659A-4118-9E05-03BDD228290D}" type="datetimeFigureOut">
              <a:rPr lang="ru-RU" smtClean="0"/>
              <a:t>18.04.2023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D2093-874E-4E83-B09C-7F04B6C789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2263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301979-659A-4118-9E05-03BDD228290D}" type="datetimeFigureOut">
              <a:rPr lang="ru-RU" smtClean="0"/>
              <a:t>18.04.2023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94D2093-874E-4E83-B09C-7F04B6C789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221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4111349-41A6-A6F8-B403-AD0783415C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Критерии согласия</a:t>
            </a:r>
          </a:p>
        </p:txBody>
      </p:sp>
    </p:spTree>
    <p:extLst>
      <p:ext uri="{BB962C8B-B14F-4D97-AF65-F5344CB8AC3E}">
        <p14:creationId xmlns:p14="http://schemas.microsoft.com/office/powerpoint/2010/main" val="2649087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36377C6-758D-C5A6-FF76-7B731F1A5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10995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0E0543A-AE9A-BF29-F785-CA09F2F8D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19707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4E684F1-A34A-3932-F367-243F78277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19273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F9D3C66-02B4-DD58-D8B3-795781549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31924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A21556D-BD82-B8C8-4CA5-D8A0A5921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278758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4F66AF1-81D9-7500-ADCA-A6D64D11D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906211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F78C4E8-8094-9AEC-3281-757C59D7B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819258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7C19D8D-B155-C560-221A-6021E5706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236583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8C56A34-1BC6-4528-0248-5826D14FD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256280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856B8E3-4D01-25B6-739D-BCFEA63E5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704860" cy="685800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14674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22E0050-B9D0-31FB-C06E-E62AA6829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39199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91BFB1E-7905-70C6-DC0B-430022B4C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405948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4417BD6-D56A-972F-B83B-021578C57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792639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BE1AC42-C5F8-4727-DC15-A07068C8E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50010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B54FD36-EBB1-B539-A3D8-36A785CD2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9616781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1AF8B7-E466-F155-5DB7-08CB58AD7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516347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BAC8306-559C-13AF-F186-8C7CAF6B7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29569297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</TotalTime>
  <Words>2</Words>
  <Application>Microsoft Office PowerPoint</Application>
  <PresentationFormat>Широкоэкранный</PresentationFormat>
  <Paragraphs>1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2" baseType="lpstr">
      <vt:lpstr>Arial</vt:lpstr>
      <vt:lpstr>Trebuchet MS</vt:lpstr>
      <vt:lpstr>Wingdings 3</vt:lpstr>
      <vt:lpstr>Аспект</vt:lpstr>
      <vt:lpstr>Критерии согласия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Елена Александрова</cp:lastModifiedBy>
  <cp:revision>4</cp:revision>
  <dcterms:created xsi:type="dcterms:W3CDTF">2020-04-08T23:24:32Z</dcterms:created>
  <dcterms:modified xsi:type="dcterms:W3CDTF">2023-04-18T18:43:19Z</dcterms:modified>
</cp:coreProperties>
</file>