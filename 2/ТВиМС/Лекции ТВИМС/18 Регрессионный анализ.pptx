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65" r:id="rId5"/>
    <p:sldId id="266" r:id="rId6"/>
    <p:sldId id="257" r:id="rId7"/>
    <p:sldId id="258" r:id="rId8"/>
    <p:sldId id="262" r:id="rId9"/>
    <p:sldId id="259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19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82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64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01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10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94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660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85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46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7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226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766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3617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247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870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FBAB4-B2CB-4B4E-B72A-9CF36B9E0168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3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9A9C0-DB63-9C47-450A-1863F32307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Регрессионный анализ</a:t>
            </a:r>
          </a:p>
        </p:txBody>
      </p:sp>
    </p:spTree>
    <p:extLst>
      <p:ext uri="{BB962C8B-B14F-4D97-AF65-F5344CB8AC3E}">
        <p14:creationId xmlns:p14="http://schemas.microsoft.com/office/powerpoint/2010/main" val="873751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48602E-66AB-F9F7-42E7-14ECDD291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89464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C759AA-9BFF-4B3B-677B-8E5753F63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63427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1C0092-922A-26BD-6961-C5CF75D55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7500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68CC27-9961-3FC2-1385-51D9DA44F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29327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23B8D4-A4BF-D738-D087-443D10FB8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4524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D8D33A1-55F3-4370-9076-D5D86BD24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67251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B22137-07CC-3B1A-FF86-A9635FF51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56400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3B5D94-178E-B196-9F54-370E427E3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45815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166066-89E7-A6A2-2133-07F4002B7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34588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56DA69-F3C1-DC8B-9793-DCF01FEC5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19674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71CD44-9336-46B8-C1C0-3F243CB57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45008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AC4745-A8D9-6846-3ECF-109764A55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11424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416BB1-D84C-95B0-8F25-984CFA40C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91403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CD2F71-F1E1-8BE7-8DC6-A05AB3DD1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90840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82FED4-C226-D286-820E-E9603C926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264494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</TotalTime>
  <Words>2</Words>
  <Application>Microsoft Office PowerPoint</Application>
  <PresentationFormat>Широкоэкранный</PresentationFormat>
  <Paragraphs>1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Аспект</vt:lpstr>
      <vt:lpstr>Регрессионный анализ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7</cp:revision>
  <dcterms:created xsi:type="dcterms:W3CDTF">2020-05-06T22:34:36Z</dcterms:created>
  <dcterms:modified xsi:type="dcterms:W3CDTF">2023-05-15T10:43:01Z</dcterms:modified>
</cp:coreProperties>
</file>