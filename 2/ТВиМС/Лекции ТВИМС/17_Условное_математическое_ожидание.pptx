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88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51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61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09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36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79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08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25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079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15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4288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905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6264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636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382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80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10902-25AF-4549-8F33-8E9CBC8D7EB5}" type="datetimeFigureOut">
              <a:rPr lang="ru-RU" smtClean="0"/>
              <a:t>15.05.2023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5E20ADB-B40A-406D-9FB5-D8C2D79C06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71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44AE3D-DB9B-83F7-FEA6-FABF30432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3"/>
            <a:ext cx="7766936" cy="2434885"/>
          </a:xfrm>
        </p:spPr>
        <p:txBody>
          <a:bodyPr/>
          <a:lstStyle/>
          <a:p>
            <a:r>
              <a:rPr lang="ru-RU" dirty="0"/>
              <a:t>Условное математическое ожидание</a:t>
            </a:r>
          </a:p>
        </p:txBody>
      </p:sp>
    </p:spTree>
    <p:extLst>
      <p:ext uri="{BB962C8B-B14F-4D97-AF65-F5344CB8AC3E}">
        <p14:creationId xmlns:p14="http://schemas.microsoft.com/office/powerpoint/2010/main" val="358473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22B264-02DA-52CF-AF68-C41209820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048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29814A-E9B3-54A3-A149-BDAEB395C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92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64388E-990F-2AF7-BB3A-32355B08B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270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FF8FA2-C095-6600-BFAA-3EF694BB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09421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C8D9A5-AF2C-E874-3DAD-E36DCE12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291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8A21A7-237F-E8B2-4363-DA8C5C3DF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735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0B8AD0-8288-5BD9-F327-3F98FD03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7289600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3</Words>
  <Application>Microsoft Office PowerPoint</Application>
  <PresentationFormat>Широкоэкранный</PresentationFormat>
  <Paragraphs>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Условное математическое ожидание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2</cp:revision>
  <dcterms:created xsi:type="dcterms:W3CDTF">2020-11-29T22:08:19Z</dcterms:created>
  <dcterms:modified xsi:type="dcterms:W3CDTF">2023-05-15T10:50:14Z</dcterms:modified>
</cp:coreProperties>
</file>