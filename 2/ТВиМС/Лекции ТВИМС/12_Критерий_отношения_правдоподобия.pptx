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3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683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9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09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51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50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42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49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4281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853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2161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198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677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95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CF6D9-B045-43D7-B9BA-2C4B55ACCF8E}" type="datetimeFigureOut">
              <a:rPr lang="ru-RU" smtClean="0"/>
              <a:t>03.05.2023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1ECBC7-4EDE-4C2D-B4F2-2A7C70925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72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2ADCB22-7258-7B6B-F002-175C1ED73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Критерий отношения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3726508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4735AE-85AC-FD24-477E-4354825AF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2762"/>
            <a:ext cx="9747743" cy="68807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1506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E27217-C172-8257-38E9-470ED681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8375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0D5079-7AF3-E7D1-8099-8328735A8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5557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9C12EC-68FC-257D-3FE8-035E3030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6258"/>
            <a:ext cx="9809363" cy="69242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867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21E3E4-5A19-67DC-3E88-126EF51C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414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E1FA41-F5F2-6288-D4A8-1116EBAAE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806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AA87A5-408E-5B33-69D7-A0CD0C5E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2556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A5B17E-9996-1C3C-9287-96DD648E2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2310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B5DFDF-9B41-D359-A12A-534191462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877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86D93D-6D95-C6EF-553D-79B2B63F0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671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43BA98-A955-210D-D956-0142C7CD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2029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710F7A-910F-EC0B-685E-09D4BCFC0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36059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F9FEBB-1508-BFB9-A001-6904F7359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5823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D45A02-AC16-B6BD-D330-2EAF4C6E9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1663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9B87FD-4EF9-34AB-B6B0-5A735893A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38"/>
            <a:ext cx="9626052" cy="67948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200990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3</Words>
  <Application>Microsoft Office PowerPoint</Application>
  <PresentationFormat>Широкоэкранный</PresentationFormat>
  <Paragraphs>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Аспект</vt:lpstr>
      <vt:lpstr>Критерий отношения правдоподобия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6</cp:revision>
  <dcterms:created xsi:type="dcterms:W3CDTF">2020-05-06T21:23:54Z</dcterms:created>
  <dcterms:modified xsi:type="dcterms:W3CDTF">2023-05-02T21:25:37Z</dcterms:modified>
</cp:coreProperties>
</file>