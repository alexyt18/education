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19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82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64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01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10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94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66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85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46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7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226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766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617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247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870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FBAB4-B2CB-4B4E-B72A-9CF36B9E0168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3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9D23384-945F-083E-6C54-123B1991E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3"/>
            <a:ext cx="7766936" cy="2486643"/>
          </a:xfrm>
        </p:spPr>
        <p:txBody>
          <a:bodyPr/>
          <a:lstStyle/>
          <a:p>
            <a:r>
              <a:rPr lang="ru-RU" dirty="0"/>
              <a:t>Последовательный критерий отношения правдоподобия</a:t>
            </a:r>
          </a:p>
        </p:txBody>
      </p:sp>
    </p:spTree>
    <p:extLst>
      <p:ext uri="{BB962C8B-B14F-4D97-AF65-F5344CB8AC3E}">
        <p14:creationId xmlns:p14="http://schemas.microsoft.com/office/powerpoint/2010/main" val="3409679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C36552-74AA-0E5B-EB50-879391981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7375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421E7F-D6F7-B0CA-166B-2EB1F1988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5244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F5AC43-E4D9-D934-3B14-FDDBB9F27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01763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AAC6DCB-A44A-E106-1B5F-5A22C8EA8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5811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AD821A-0248-B9B9-7617-F7F525D89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33131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D136B7-2979-E2F4-C6D7-845736577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13689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8171C9-52F7-A11A-5B5C-938CA95BA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3404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7474EB-D607-A621-16F4-F2EF5B924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37332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54B8CF-CD26-6AAF-CFFA-4E82C5592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15427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90E5E2-DA84-8286-9612-5F02BD584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9385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076336-C9F9-6772-57DC-7B9148AD5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1364681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4</Words>
  <Application>Microsoft Office PowerPoint</Application>
  <PresentationFormat>Широкоэкранный</PresentationFormat>
  <Paragraphs>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Аспект</vt:lpstr>
      <vt:lpstr>Последовательный критерий отношения правдоподобия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elena</cp:lastModifiedBy>
  <cp:revision>4</cp:revision>
  <dcterms:created xsi:type="dcterms:W3CDTF">2020-05-06T22:34:36Z</dcterms:created>
  <dcterms:modified xsi:type="dcterms:W3CDTF">2023-05-02T21:40:35Z</dcterms:modified>
</cp:coreProperties>
</file>