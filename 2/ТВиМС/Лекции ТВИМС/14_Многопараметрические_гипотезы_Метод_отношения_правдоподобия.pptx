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19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82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6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01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0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9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66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85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46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7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226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766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617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247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870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3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F109DB0-B938-5BBE-83E7-B7A43CB2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1"/>
            <a:ext cx="7766936" cy="1646302"/>
          </a:xfrm>
        </p:spPr>
        <p:txBody>
          <a:bodyPr/>
          <a:lstStyle/>
          <a:p>
            <a:r>
              <a:rPr lang="ru-RU" dirty="0"/>
              <a:t>Многопараметрические гипотезы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59B2F0B3-4F00-F003-7761-6549B401B9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Метод отношения правдоподобия</a:t>
            </a:r>
          </a:p>
        </p:txBody>
      </p:sp>
    </p:spTree>
    <p:extLst>
      <p:ext uri="{BB962C8B-B14F-4D97-AF65-F5344CB8AC3E}">
        <p14:creationId xmlns:p14="http://schemas.microsoft.com/office/powerpoint/2010/main" val="563065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FAB856-12B9-BC62-A861-0805C8ED6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7375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1153AC-8C0C-2032-8F40-5F8D1C1B6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5438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539C38-F305-6CE7-4784-4DD2B25AB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0217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87BB0E-B3B0-9464-6901-06DF7053F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3706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E99DA4-38CD-CAE7-F46A-C37EEDE7F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1627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261A86-D3BE-B2EC-9A1E-F2F7D5EB7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285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550F63-D35C-7371-0B9B-94776110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14252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65DB5E-3FA1-DBB8-67E5-DE74026BA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00875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3B7B53-1988-A830-0413-09260BA59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61448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FDD6B1-3F75-B839-739A-79AFDC7B5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2510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7A7B1D-85DA-C50C-527F-8CF1F7A54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4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9C7371-C336-BBAE-CC65-7D5366FE4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25444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C14BBE-49B5-F650-0D66-E24A30E21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85098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764320-2491-0AB5-E298-F82920ED0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9134929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5</Words>
  <Application>Microsoft Office PowerPoint</Application>
  <PresentationFormat>Широкоэкранный</PresentationFormat>
  <Paragraphs>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Аспект</vt:lpstr>
      <vt:lpstr>Многопараметрические гипотезы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7</cp:revision>
  <dcterms:created xsi:type="dcterms:W3CDTF">2020-05-06T22:34:36Z</dcterms:created>
  <dcterms:modified xsi:type="dcterms:W3CDTF">2023-05-10T08:52:24Z</dcterms:modified>
</cp:coreProperties>
</file>